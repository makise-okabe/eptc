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4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85" d="100"/>
          <a:sy n="85" d="100"/>
        </p:scale>
        <p:origin x="28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767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020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6881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A8475-4614-4E0C-ADEC-2C2226CF4201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8858B-711D-4736-BC8D-44F65DCDA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25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92F5D17-3E73-427F-82FC-6B0B4B6DB3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" y="6511716"/>
            <a:ext cx="12176760" cy="3566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6348CC-4AA3-4726-BA4A-140F8B057FF2}"/>
              </a:ext>
            </a:extLst>
          </p:cNvPr>
          <p:cNvSpPr txBox="1"/>
          <p:nvPr userDrawn="1"/>
        </p:nvSpPr>
        <p:spPr>
          <a:xfrm>
            <a:off x="2600173" y="6524090"/>
            <a:ext cx="6988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b="1" i="1" dirty="0">
                <a:solidFill>
                  <a:prstClr val="white"/>
                </a:solidFill>
                <a:latin typeface="Calibri" panose="020F0502020204030204"/>
                <a:cs typeface="+mn-cs"/>
              </a:rPr>
              <a:t>28</a:t>
            </a:r>
            <a:r>
              <a:rPr lang="en-US" sz="1400" b="1" i="1" baseline="30000" dirty="0">
                <a:solidFill>
                  <a:prstClr val="white"/>
                </a:solidFill>
                <a:latin typeface="Calibri" panose="020F0502020204030204"/>
                <a:cs typeface="+mn-cs"/>
              </a:rPr>
              <a:t>th</a:t>
            </a:r>
            <a:r>
              <a:rPr lang="en-US" sz="1400" b="1" i="1" dirty="0">
                <a:solidFill>
                  <a:prstClr val="white"/>
                </a:solidFill>
                <a:latin typeface="Calibri" panose="020F0502020204030204"/>
                <a:cs typeface="+mn-cs"/>
              </a:rPr>
              <a:t> Electronics Packaging Technology Conference, 1</a:t>
            </a:r>
            <a:r>
              <a:rPr lang="en-US" sz="1400" b="1" i="1" baseline="30000" dirty="0">
                <a:solidFill>
                  <a:prstClr val="white"/>
                </a:solidFill>
                <a:latin typeface="Calibri" panose="020F0502020204030204"/>
                <a:cs typeface="+mn-cs"/>
              </a:rPr>
              <a:t>st</a:t>
            </a:r>
            <a:r>
              <a:rPr lang="en-US" sz="1400" b="1" i="1" dirty="0">
                <a:solidFill>
                  <a:prstClr val="white"/>
                </a:solidFill>
                <a:latin typeface="Calibri" panose="020F0502020204030204"/>
                <a:cs typeface="+mn-cs"/>
              </a:rPr>
              <a:t> – 4</a:t>
            </a:r>
            <a:r>
              <a:rPr lang="en-US" sz="1400" b="1" i="1" baseline="30000" dirty="0">
                <a:solidFill>
                  <a:prstClr val="white"/>
                </a:solidFill>
                <a:latin typeface="Calibri" panose="020F0502020204030204"/>
                <a:cs typeface="+mn-cs"/>
              </a:rPr>
              <a:t>th</a:t>
            </a:r>
            <a:r>
              <a:rPr lang="en-US" sz="1400" b="1" i="1" dirty="0">
                <a:solidFill>
                  <a:prstClr val="white"/>
                </a:solidFill>
                <a:latin typeface="Calibri" panose="020F0502020204030204"/>
                <a:cs typeface="+mn-cs"/>
              </a:rPr>
              <a:t> Dec 2026, Singapore</a:t>
            </a:r>
            <a:endParaRPr lang="en-SG" sz="1400" b="1" i="1" dirty="0">
              <a:solidFill>
                <a:prstClr val="white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30C002-CC9A-4CFC-B37D-3DA36FBD9E18}"/>
              </a:ext>
            </a:extLst>
          </p:cNvPr>
          <p:cNvSpPr txBox="1">
            <a:spLocks/>
          </p:cNvSpPr>
          <p:nvPr userDrawn="1"/>
        </p:nvSpPr>
        <p:spPr>
          <a:xfrm>
            <a:off x="11545756" y="6536465"/>
            <a:ext cx="636914" cy="2830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bg1"/>
                </a:solidFill>
                <a:latin typeface="+mn-lt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C7D9C8F7-B9C9-4A6D-B783-DEA6E6070D58}" type="slidenum">
              <a:rPr lang="en-US" smtClean="0">
                <a:solidFill>
                  <a:prstClr val="white"/>
                </a:solidFill>
                <a:latin typeface="Calibri" panose="020F0502020204030204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prstClr val="white"/>
              </a:solidFill>
              <a:latin typeface="Calibri" panose="020F0502020204030204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92A873-0DF6-829B-F1C1-DCC4F06A9CD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" y="6104"/>
            <a:ext cx="12176760" cy="7086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018BC7-40E9-40B7-52E9-17AF556545F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" y="94211"/>
            <a:ext cx="1672297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27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>
          <a:solidFill>
            <a:srgbClr val="0066FF"/>
          </a:solidFill>
          <a:latin typeface="+mn-lt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Font typeface="Wingdings" pitchFamily="2" charset="2"/>
        <a:buChar char="Ø"/>
        <a:defRPr 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Title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56405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28DE0A81826F449983E1374746200D" ma:contentTypeVersion="18" ma:contentTypeDescription="Create a new document." ma:contentTypeScope="" ma:versionID="ccb57fe6c2841942ed25cc29c9b058a3">
  <xsd:schema xmlns:xsd="http://www.w3.org/2001/XMLSchema" xmlns:xs="http://www.w3.org/2001/XMLSchema" xmlns:p="http://schemas.microsoft.com/office/2006/metadata/properties" xmlns:ns3="c1e7db22-b898-49d6-87a5-73e0770492a7" xmlns:ns4="2096932b-a388-4a23-8c70-e3df16742143" targetNamespace="http://schemas.microsoft.com/office/2006/metadata/properties" ma:root="true" ma:fieldsID="65d7845579c125c161261e809c501b6b" ns3:_="" ns4:_="">
    <xsd:import namespace="c1e7db22-b898-49d6-87a5-73e0770492a7"/>
    <xsd:import namespace="2096932b-a388-4a23-8c70-e3df1674214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e7db22-b898-49d6-87a5-73e0770492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96932b-a388-4a23-8c70-e3df1674214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e7db22-b898-49d6-87a5-73e0770492a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C36D7A-420E-46A3-B300-D91A6A70F3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e7db22-b898-49d6-87a5-73e0770492a7"/>
    <ds:schemaRef ds:uri="2096932b-a388-4a23-8c70-e3df167421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6656C2-2FE3-4C2F-84BA-ACD504459B53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2096932b-a388-4a23-8c70-e3df16742143"/>
    <ds:schemaRef ds:uri="c1e7db22-b898-49d6-87a5-73e0770492a7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E796669-0A34-4912-A576-C2C5E29102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3453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Default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Rajoo, Ranjan</dc:creator>
  <cp:lastModifiedBy>Andrew Tay</cp:lastModifiedBy>
  <cp:revision>131</cp:revision>
  <dcterms:created xsi:type="dcterms:W3CDTF">2023-01-28T13:09:10Z</dcterms:created>
  <dcterms:modified xsi:type="dcterms:W3CDTF">2026-10-12T15:03:39Z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b7d474d-5971-4b8a-9656-2f217c7133f6_Enabled">
    <vt:lpwstr>true</vt:lpwstr>
  </property>
  <property fmtid="{D5CDD505-2E9C-101B-9397-08002B2CF9AE}" pid="3" name="MSIP_Label_1b7d474d-5971-4b8a-9656-2f217c7133f6_SetDate">
    <vt:lpwstr>2024-11-09T03:46:30Z</vt:lpwstr>
  </property>
  <property fmtid="{D5CDD505-2E9C-101B-9397-08002B2CF9AE}" pid="4" name="MSIP_Label_1b7d474d-5971-4b8a-9656-2f217c7133f6_Method">
    <vt:lpwstr>Privileged</vt:lpwstr>
  </property>
  <property fmtid="{D5CDD505-2E9C-101B-9397-08002B2CF9AE}" pid="5" name="MSIP_Label_1b7d474d-5971-4b8a-9656-2f217c7133f6_Name">
    <vt:lpwstr>Public</vt:lpwstr>
  </property>
  <property fmtid="{D5CDD505-2E9C-101B-9397-08002B2CF9AE}" pid="6" name="MSIP_Label_1b7d474d-5971-4b8a-9656-2f217c7133f6_SiteId">
    <vt:lpwstr>c5d57708-33ca-4279-9049-5b2ac8c607e5</vt:lpwstr>
  </property>
  <property fmtid="{D5CDD505-2E9C-101B-9397-08002B2CF9AE}" pid="7" name="MSIP_Label_1b7d474d-5971-4b8a-9656-2f217c7133f6_ActionId">
    <vt:lpwstr>424ddf31-b337-4d9e-85ce-95795b98d7aa</vt:lpwstr>
  </property>
  <property fmtid="{D5CDD505-2E9C-101B-9397-08002B2CF9AE}" pid="8" name="MSIP_Label_1b7d474d-5971-4b8a-9656-2f217c7133f6_ContentBits">
    <vt:lpwstr>0</vt:lpwstr>
  </property>
  <property fmtid="{D5CDD505-2E9C-101B-9397-08002B2CF9AE}" pid="9" name="ContentTypeId">
    <vt:lpwstr>0x0101002228DE0A81826F449983E1374746200D</vt:lpwstr>
  </property>
</Properties>
</file>